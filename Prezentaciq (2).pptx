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00F2FE"/>
                </a:solidFill>
                <a:latin typeface="Segoe UI"/>
              </a:defRPr>
            </a:pPr>
            <a:r>
              <a:t>ЛИЧНО ДИГИТАЛНО ПОРТФОЛИО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383280"/>
            <a:ext cx="3962095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1F5F9"/>
                </a:solidFill>
                <a:latin typeface="Segoe UI"/>
              </a:defRPr>
            </a:pPr>
            <a:r>
              <a:t>Изработка на Уеб Сайт с HTML5, CSS3 и JavaScript</a:t>
            </a:r>
            <a:br/>
            <a:r>
              <a:t>Автор: Митко Русев, 11. клас | ПМГ „Иван Вазов“, гр. Димитровград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Поставено Задание и Цели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• Структура: Разработване на уебсайт от минимум 4 смислово свързани страници.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• Навигация: Единно, достъпно и хоризонтално навигационно меню във всички секции.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• Страница Умения (skills.html): Интегриране на HTML таблица за технологиите и списък за сваляне на файлови ресурси (CV.pdf, Презентация).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• Страница Галерия (gallery.html): CSS Grid мрежа с минимум 10 графични изображения.</a:t>
            </a:r>
          </a:p>
          <a:p>
            <a:pPr>
              <a:spcAft>
                <a:spcPts val="1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• Интерактивност: Вграждане на JavaScript Lightbox функционалност за уголемяване на снимките без презареждане.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Начална страница: index.html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669280" cy="4389120"/>
          </a:xfrm>
          <a:prstGeom prst="roundRect">
            <a:avLst/>
          </a:prstGeom>
          <a:solidFill>
            <a:srgbClr val="17254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300">
                <a:solidFill>
                  <a:srgbClr val="F1F5F9"/>
                </a:solidFill>
                <a:latin typeface="Consolas"/>
              </a:defRPr>
            </a:pPr>
            <a:r>
              <a:t>&lt;!DOCTYPE html&gt;</a:t>
            </a:r>
            <a:br/>
            <a:r>
              <a:t>&lt;html lang="bg"&gt;</a:t>
            </a:r>
            <a:br/>
            <a:r>
              <a:t>&lt;head&gt;</a:t>
            </a:r>
            <a:br/>
            <a:r>
              <a:t>    &lt;title&gt;Лично Портфолио&lt;/title&gt;</a:t>
            </a:r>
            <a:br/>
            <a:r>
              <a:t>    &lt;link rel="stylesheet" href="style.css"&gt;</a:t>
            </a:r>
            <a:br/>
            <a:r>
              <a:t>&lt;/head&gt;</a:t>
            </a:r>
            <a:br/>
            <a:r>
              <a:t>&lt;body&gt;</a:t>
            </a:r>
            <a:br/>
            <a:r>
              <a:t>    &lt;header&gt;</a:t>
            </a:r>
            <a:br/>
            <a:r>
              <a:t>        &lt;nav&gt;</a:t>
            </a:r>
            <a:br/>
            <a:r>
              <a:t>            &lt;a href="index.html"&gt;Начало&lt;/a&gt;</a:t>
            </a:r>
            <a:br/>
            <a:r>
              <a:t>            &lt;a href="skills.html"&gt;Умения&lt;/a&gt;</a:t>
            </a:r>
            <a:br/>
            <a:r>
              <a:t>            &lt;a href="hobbies.html"&gt;Интереси&lt;/a&gt;</a:t>
            </a:r>
            <a:br/>
            <a:r>
              <a:t>            &lt;a href="gallery.html"&gt;Галерия&lt;/a&gt;</a:t>
            </a:r>
            <a:br/>
            <a:r>
              <a:t>        &lt;/nav&gt;</a:t>
            </a:r>
            <a:br/>
            <a:r>
              <a:t>    &lt;/header&gt;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Семантична структура: Използване на валиден HTML5 код.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Глобално навигационно меню: Внедрено в тага &lt;nav&gt;, осигуряващо незабавен преход между страниците.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Метаданни: Конфигуриран UTF-8 енкодинг за безпроблемно визуализиране на кирилица.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Връзка със стилове: Еднородна CSS тема за целия уебсайт.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Секция Умения: skills.html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669280" cy="4389120"/>
          </a:xfrm>
          <a:prstGeom prst="roundRect">
            <a:avLst/>
          </a:prstGeom>
          <a:solidFill>
            <a:srgbClr val="17254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400">
                <a:solidFill>
                  <a:srgbClr val="F1F5F9"/>
                </a:solidFill>
                <a:latin typeface="Consolas"/>
              </a:defRPr>
            </a:pPr>
            <a:r>
              <a:t>&lt;table class="skills-table"&gt;</a:t>
            </a:r>
            <a:br/>
            <a:r>
              <a:t>    &lt;thead&gt;</a:t>
            </a:r>
            <a:br/>
            <a:r>
              <a:t>        &lt;tr&gt;</a:t>
            </a:r>
            <a:br/>
            <a:r>
              <a:t>            &lt;th&gt;Технология&lt;/th&gt;</a:t>
            </a:r>
            <a:br/>
            <a:r>
              <a:t>            &lt;th&gt;Ниво&lt;/th&gt;</a:t>
            </a:r>
            <a:br/>
            <a:r>
              <a:t>        &lt;/tr&gt;</a:t>
            </a:r>
            <a:br/>
            <a:r>
              <a:t>    &lt;/thead&gt;</a:t>
            </a:r>
            <a:br/>
            <a:r>
              <a:t>    &lt;tbody&gt;</a:t>
            </a:r>
            <a:br/>
            <a:r>
              <a:t>        &lt;tr&gt;</a:t>
            </a:r>
            <a:br/>
            <a:r>
              <a:t>            &lt;td&gt;HTML5 &amp; CSS3&lt;/td&gt;</a:t>
            </a:r>
            <a:br/>
            <a:r>
              <a:t>            &lt;td&gt;Напреднал&lt;/td&gt;</a:t>
            </a:r>
            <a:br/>
            <a:r>
              <a:t>        &lt;/tr&gt;</a:t>
            </a:r>
            <a:br/>
            <a:r>
              <a:t>    &lt;/tbody&gt;</a:t>
            </a:r>
            <a:br/>
            <a:r>
              <a:t>&lt;/table&gt;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Таблично представяне: Структуриране на технологиите и чуждите езици чрез &lt;table&gt;, &lt;thead&gt; и &lt;tbody&gt;.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Ресурси за изтегляне: Списък с хипервръзки с атрибут 'download' за директно сваляне на външни учебни проекти.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Интегрирани файлове: Достъп до локални файлове CV.pdf и Prezentaciq.pptx.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Лични Интереси: hobbies.html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669280" cy="4389120"/>
          </a:xfrm>
          <a:prstGeom prst="roundRect">
            <a:avLst/>
          </a:prstGeom>
          <a:solidFill>
            <a:srgbClr val="17254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300">
                <a:solidFill>
                  <a:srgbClr val="F1F5F9"/>
                </a:solidFill>
                <a:latin typeface="Consolas"/>
              </a:defRPr>
            </a:pPr>
            <a:r>
              <a:t>&lt;div class="hobby-card"&gt;</a:t>
            </a:r>
            <a:br/>
            <a:r>
              <a:t>    &lt;img src="images/hobby1.jpg" </a:t>
            </a:r>
            <a:br/>
            <a:r>
              <a:t>         alt="Спорт" class="hobby-img"&gt;</a:t>
            </a:r>
            <a:br/>
            <a:r>
              <a:t>    &lt;div class="hobby-info"&gt;</a:t>
            </a:r>
            <a:br/>
            <a:r>
              <a:t>        &lt;h3&gt;🏊 Сила и Дисциплина&lt;/h3&gt;</a:t>
            </a:r>
            <a:br/>
            <a:r>
              <a:t>        &lt;p&gt;Плуването и тренировките ме </a:t>
            </a:r>
            <a:br/>
            <a:r>
              <a:t>        учат на фокус и постоянство.&lt;/p&gt;</a:t>
            </a:r>
            <a:br/>
            <a:r>
              <a:t>    &lt;/div&gt;</a:t>
            </a:r>
            <a:br/>
            <a:r>
              <a:t>&lt;/div&gt;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Модулни карти (Hobby Cards): Информацията е разделена на логически блокове с помощта на &lt;div&gt; елементи.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Мултимедия: Интеграция на тематични изображения с оптимизирани алтернативни текстове (alt).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Тематично съдържание: Описани са пет основни лични сфери – Спорт/Плуване, Автомобили, Финансов Трейдинг, Гейминг и Планинарство.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Оптимизирана Галерия: gallery.html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669280" cy="4389120"/>
          </a:xfrm>
          <a:prstGeom prst="roundRect">
            <a:avLst/>
          </a:prstGeom>
          <a:solidFill>
            <a:srgbClr val="17254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300">
                <a:solidFill>
                  <a:srgbClr val="F1F5F9"/>
                </a:solidFill>
                <a:latin typeface="Consolas"/>
              </a:defRPr>
            </a:pPr>
            <a:r>
              <a:t>&lt;main&gt;</a:t>
            </a:r>
            <a:br/>
            <a:r>
              <a:t>    &lt;h2&gt;Моята Галерия&lt;/h2&gt;</a:t>
            </a:r>
            <a:br/>
            <a:r>
              <a:t>    &lt;div class="gallery-grid"&gt;</a:t>
            </a:r>
            <a:br/>
            <a:r>
              <a:t>        &lt;img src="images/img1.jpg" class="gallery-item" alt="1"&gt;</a:t>
            </a:r>
            <a:br/>
            <a:r>
              <a:t>        &lt;img src="images/img2.jpg" class="gallery-item" alt="2"&gt;</a:t>
            </a:r>
            <a:br/>
            <a:r>
              <a:t>        &lt;img src="images/img3.jpg" class="gallery-item" alt="3"&gt;</a:t>
            </a:r>
            <a:br/>
            <a:r>
              <a:t>        &lt;!-- Общо 10 структурирани снимки --&gt;</a:t>
            </a:r>
            <a:br/>
            <a:r>
              <a:t>    &lt;/div&gt;</a:t>
            </a:r>
            <a:br/>
            <a:r>
              <a:t>&lt;/main&gt;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Изискване за обем: Вградени са точно 10 графични изображения в съответствие с критериите.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Селектори: Всички изображения притежават общ клас '.gallery-item', който се използва едновременно за CSS стилизиране и за прихващане от JavaScript DOM събитията.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Дизайн и Архитектура: style.css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669280" cy="4389120"/>
          </a:xfrm>
          <a:prstGeom prst="roundRect">
            <a:avLst/>
          </a:prstGeom>
          <a:solidFill>
            <a:srgbClr val="17254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300">
                <a:solidFill>
                  <a:srgbClr val="F1F5F9"/>
                </a:solidFill>
                <a:latin typeface="Consolas"/>
              </a:defRPr>
            </a:pPr>
            <a:r>
              <a:t>* {</a:t>
            </a:r>
            <a:br/>
            <a:r>
              <a:t>    margin: 0; padding: 0;</a:t>
            </a:r>
            <a:br/>
            <a:r>
              <a:t>    box-sizing: border-box;</a:t>
            </a:r>
            <a:br/>
            <a:r>
              <a:t>    font-family: 'Segoe UI', sans-serif;</a:t>
            </a:r>
            <a:br/>
            <a:r>
              <a:t>}</a:t>
            </a:r>
            <a:br/>
            <a:r>
              <a:t/>
            </a:r>
            <a:br/>
            <a:r>
              <a:t>html {</a:t>
            </a:r>
            <a:br/>
            <a:r>
              <a:t>    scroll-behavior: smooth;</a:t>
            </a:r>
            <a:br/>
            <a:r>
              <a:t>    background-color: #0f172a;</a:t>
            </a:r>
            <a:br/>
            <a:r>
              <a:t>}</a:t>
            </a:r>
            <a:br/>
            <a:r>
              <a:t/>
            </a:r>
            <a:br/>
            <a:r>
              <a:t>body {</a:t>
            </a:r>
            <a:br/>
            <a:r>
              <a:t>    color: #f1f5f9; line-height: 1.6;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Глобално нулиране: Премахване на дефолтните браузърни отстъпи чрез универсалния селектор (*).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Кутиен модел: Използване на box-sizing: border-box за предвидимост при пресмятане на вътрешните разстояния.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Модерна цветова гама: Дълбок тъмен фон (#0f172a) в комбинация с контрастен и щадящ очите светъл текст (#f1f5f9).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CSS Layout системи в действие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669280" cy="4389120"/>
          </a:xfrm>
          <a:prstGeom prst="roundRect">
            <a:avLst/>
          </a:prstGeom>
          <a:solidFill>
            <a:srgbClr val="17254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300">
                <a:solidFill>
                  <a:srgbClr val="F1F5F9"/>
                </a:solidFill>
                <a:latin typeface="Consolas"/>
              </a:defRPr>
            </a:pPr>
            <a:r>
              <a:t>.gallery-grid {</a:t>
            </a:r>
            <a:br/>
            <a:r>
              <a:t>    display: grid;</a:t>
            </a:r>
            <a:br/>
            <a:r>
              <a:t>    grid-template-columns: </a:t>
            </a:r>
            <a:br/>
            <a:r>
              <a:t>       repeat(auto-fit, minmax(250px, 1fr));</a:t>
            </a:r>
            <a:br/>
            <a:r>
              <a:t>    gap: 20px; padding: 20px;</a:t>
            </a:r>
            <a:br/>
            <a:r>
              <a:t>}</a:t>
            </a:r>
            <a:br/>
            <a:r>
              <a:t/>
            </a:r>
            <a:br/>
            <a:r>
              <a:t>.gallery-item {</a:t>
            </a:r>
            <a:br/>
            <a:r>
              <a:t>    width: 100%; height: 200px;</a:t>
            </a:r>
            <a:br/>
            <a:r>
              <a:t>    object-fit: cover; border-radius: 8px;</a:t>
            </a:r>
            <a:br/>
            <a:r>
              <a:t>    transition: transform 0.3s ease;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CSS Grid адаптивност: Конфигуриране на решетка с repeat(auto-fit, minmax(...)), което автоматично пренарежда елементите спрямо резолюцията на екрана.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Пропорции на изображенията: object-fit: cover гарантира, че снимките няма да се разтеглят грозно.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Микро-анимации: Свойството transition подготвя елемента за плавен hover ефект при посочване с мишката.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JavaScript: script.js (Прихващане)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669280" cy="4389120"/>
          </a:xfrm>
          <a:prstGeom prst="roundRect">
            <a:avLst/>
          </a:prstGeom>
          <a:solidFill>
            <a:srgbClr val="17254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300">
                <a:solidFill>
                  <a:srgbClr val="F1F5F9"/>
                </a:solidFill>
                <a:latin typeface="Consolas"/>
              </a:defRPr>
            </a:pPr>
            <a:r>
              <a:t>const galleryImages = </a:t>
            </a:r>
            <a:br/>
            <a:r>
              <a:t>   document.querySelectorAll('.gallery-item');</a:t>
            </a:r>
            <a:br/>
            <a:r>
              <a:t>const lightbox = </a:t>
            </a:r>
            <a:br/>
            <a:r>
              <a:t>   document.getElementById('lightbox');</a:t>
            </a:r>
            <a:br/>
            <a:r>
              <a:t>const lightboxImg = </a:t>
            </a:r>
            <a:br/>
            <a:r>
              <a:t>   document.getElementById('lightbox-img');</a:t>
            </a:r>
            <a:br/>
            <a:r>
              <a:t/>
            </a:r>
            <a:br/>
            <a:r>
              <a:t>galleryImages.forEach(image =&gt; {</a:t>
            </a:r>
            <a:br/>
            <a:r>
              <a:t>    image.addEventListener('click', () =&gt; {</a:t>
            </a:r>
            <a:br/>
            <a:r>
              <a:t>        lightbox.style.display = 'flex';</a:t>
            </a:r>
            <a:br/>
            <a:r>
              <a:t>        lightboxImg.src = image.src;</a:t>
            </a:r>
            <a:br/>
            <a:r>
              <a:t>    });</a:t>
            </a:r>
            <a:br/>
            <a: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DOM Селектори: Използване на document.querySelectorAll за събиране на масив от всички графични елементи.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Слушатели на събития: Обхождане с .forEach() и асоцииране на събитие 'click' към всяка отделна снимка.</a:t>
            </a:r>
          </a:p>
          <a:p>
            <a:pPr>
              <a:spcAft>
                <a:spcPts val="14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Динамичен обмен на данни: При клик стойността на атрибута 'src' от малката снимка се прехвърля автоматично на голямата снимка в модалния прозорец.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Segoe UI"/>
              </a:defRPr>
            </a:pPr>
            <a:r>
              <a:t>JavaScript: Контрол на Lightbox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669280" cy="4389120"/>
          </a:xfrm>
          <a:prstGeom prst="roundRect">
            <a:avLst/>
          </a:prstGeom>
          <a:solidFill>
            <a:srgbClr val="172541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300">
                <a:solidFill>
                  <a:srgbClr val="F1F5F9"/>
                </a:solidFill>
                <a:latin typeface="Consolas"/>
              </a:defRPr>
            </a:pPr>
            <a:r>
              <a:t>const closeBtn = </a:t>
            </a:r>
            <a:br/>
            <a:r>
              <a:t>   document.getElementById('close-btn');</a:t>
            </a:r>
            <a:br/>
            <a:r>
              <a:t/>
            </a:r>
            <a:br/>
            <a:r>
              <a:t>closeBtn.addEventListener('click', () =&gt; {</a:t>
            </a:r>
            <a:br/>
            <a:r>
              <a:t>    lightbox.style.display = 'none';</a:t>
            </a:r>
            <a:br/>
            <a:r>
              <a:t>});</a:t>
            </a:r>
            <a:br/>
            <a:r>
              <a:t/>
            </a:r>
            <a:br/>
            <a:r>
              <a:t>lightbox.addEventListener('click', (e) =&gt; {</a:t>
            </a:r>
            <a:br/>
            <a:r>
              <a:t>    if (e.target !== lightboxImg) {</a:t>
            </a:r>
            <a:br/>
            <a:r>
              <a:t>        lightbox.style.display = 'none';</a:t>
            </a:r>
            <a:br/>
            <a:r>
              <a:t>    }</a:t>
            </a:r>
            <a:br/>
            <a: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Интуитивен UX интерфейс: Затваряне на модалния преглед чрез клик върху специалния бутон Хикс (closeBtn).</a:t>
            </a:r>
          </a:p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Segoe UI"/>
              </a:defRPr>
            </a:pPr>
            <a:r>
              <a:t>✔ Проверка на таргета (e.target): Имплементирано условие, което затваря Lightbox-а само ако се кликне в затъмнения фон извън пределите на самото голямо изображение.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2FE"/>
                </a:solidFill>
                <a:latin typeface="Segoe UI"/>
              </a:defRPr>
            </a:pPr>
            <a:r>
              <a:t>Благодаря за вниманието!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1F5F9"/>
                </a:solidFill>
                <a:latin typeface="Segoe UI"/>
              </a:defRPr>
            </a:pPr>
            <a:r>
              <a:t>Уеб сайтът е напълно завършен, тестван локално и готов за представяне.</a:t>
            </a:r>
            <a:br/>
            <a:r>
              <a:t/>
            </a:r>
            <a:br/>
            <a:r>
              <a:t>Разработено от: Митко Русев, ПМГ „Иван Вазов“, гр. Димитровград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632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dzi_23</cp:lastModifiedBy>
  <cp:revision>1</cp:revision>
  <dcterms:created xsi:type="dcterms:W3CDTF">2013-01-27T09:14:16Z</dcterms:created>
  <dcterms:modified xsi:type="dcterms:W3CDTF">2026-06-03T06:56:45Z</dcterms:modified>
  <cp:category/>
</cp:coreProperties>
</file>