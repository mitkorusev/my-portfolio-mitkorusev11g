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ato" panose="020B0604020202020204" charset="0"/>
      <p:regular r:id="rId20"/>
      <p:bold r:id="rId21"/>
      <p:italic r:id="rId22"/>
      <p:boldItalic r:id="rId23"/>
    </p:embeddedFont>
    <p:embeddedFont>
      <p:font typeface="Poppins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3F1AF2-BAE7-47BE-8E8F-9467480BE235}">
  <a:tblStyle styleId="{2E3F1AF2-BAE7-47BE-8E8F-9467480BE2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05101" y="2550318"/>
            <a:ext cx="43817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ЛИЧНО ДИГИТАЛНО ПОРТФОЛИО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13793" y="2997993"/>
            <a:ext cx="5364264" cy="78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МИТКО РУСЕВ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40372" y="3974306"/>
            <a:ext cx="671125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Ученик в 11. клас в ПМГ „Иван Вазов“, гр. Димитровград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4"/>
          <p:cNvGraphicFramePr/>
          <p:nvPr/>
        </p:nvGraphicFramePr>
        <p:xfrm>
          <a:off x="571500" y="2190750"/>
          <a:ext cx="11049000" cy="3476625"/>
        </p:xfrm>
        <a:graphic>
          <a:graphicData uri="http://schemas.openxmlformats.org/drawingml/2006/table">
            <a:tbl>
              <a:tblPr firstRow="1" bandRow="1">
                <a:noFill/>
                <a:tableStyleId>{2E3F1AF2-BAE7-47BE-8E8F-9467480BE235}</a:tableStyleId>
              </a:tblPr>
              <a:tblGrid>
                <a:gridCol w="429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Област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Ниво / Технология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Уеб разработка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HTML5 &amp; CSS3 (Напреднал)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Интерактивност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JavaScript (Базово ниво)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Чужди езици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Английски език - Ниво B2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Спорт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Високо ниво на дисциплина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Google Shape;94;p14"/>
          <p:cNvSpPr/>
          <p:nvPr/>
        </p:nvSpPr>
        <p:spPr>
          <a:xfrm>
            <a:off x="571500" y="2871787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870549" y="2871787"/>
            <a:ext cx="674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71500" y="3567112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870549" y="3567112"/>
            <a:ext cx="674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4262437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870549" y="4262437"/>
            <a:ext cx="674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4957762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870549" y="4957762"/>
            <a:ext cx="674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5653087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870549" y="5653087"/>
            <a:ext cx="674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Умения и Образование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384317" y="2215604"/>
            <a:ext cx="9423365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Моите Хобита и Вдъхновения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524500" y="3406229"/>
            <a:ext cx="1143000" cy="76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286000" y="37681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Разгледайте нещата, които ме мотивират, учат на постоянство и ми помагат да се развивам извън училище.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202406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🏊 Сила и Дисциплина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6241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Плуването и силовите тренировки са важна част от моето ежедневие. Те ме учат на изключителна дисциплина и постоянство.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36814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Всеки преплуван метър е крачка към по-добра физическа форма и по-силен характер.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Спорт и Плуване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4031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824037"/>
            <a:ext cx="538162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436959" y="4681537"/>
            <a:ext cx="565070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🏎️ Автомобили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5281612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Интересувам се от мощни машини и техния дизайн.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104334" y="4681537"/>
            <a:ext cx="565070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🏍️ Мотори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238875" y="5281612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Обичам скоростта и технологиите зад съвременните превозни средства.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51980" y="1824037"/>
            <a:ext cx="102051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87085" y="1824037"/>
            <a:ext cx="68520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Автомобили и Мотори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20" y="2033099"/>
            <a:ext cx="3976633" cy="26484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137" y="2007585"/>
            <a:ext cx="3748954" cy="2626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71500" y="571500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Природа и Лов</a:t>
            </a:r>
            <a:endParaRPr/>
          </a:p>
        </p:txBody>
      </p:sp>
      <p:pic>
        <p:nvPicPr>
          <p:cNvPr id="155" name="Google Shape;15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71500" y="2724150"/>
            <a:ext cx="39173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🌲 Традиции и Търпение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33242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Ловът е хоби, което изисква търпение, самоконтрол и познаване на природата. За мен това е начин за почивка далеч от шума на ежедневието.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4381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 гората намирам спокойствие и време за размисъл върху бъдещите си цели.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1584649"/>
            <a:ext cx="5543132" cy="36887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571500" y="202406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📊 Стратегическо Мислене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71500" y="26241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Интересувам се от финансовите пазари и трейдинг. Това хоби развива моето аналитично мислене и управление на риска.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36814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Трейдингът ме учи как да вземам хладнокръвни решения в условия на несигурност.</a:t>
            </a:r>
            <a:endParaRPr/>
          </a:p>
        </p:txBody>
      </p:sp>
      <p:pic>
        <p:nvPicPr>
          <p:cNvPr id="168" name="Google Shape;16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24062"/>
            <a:ext cx="80545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Трейдинг и Анализ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2625799"/>
            <a:ext cx="5810250" cy="42322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6437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976437"/>
            <a:ext cx="538162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436959" y="4833937"/>
            <a:ext cx="565070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🎮 Тактика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5434012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CS:GO развива бързите реакции и екипната работа.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104334" y="4833937"/>
            <a:ext cx="565070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⌨️ Технологии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238875" y="5434012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Интерес към модерния хардуер и гейминг периферия.</a:t>
            </a:r>
            <a:endParaRPr/>
          </a:p>
        </p:txBody>
      </p:sp>
      <p:pic>
        <p:nvPicPr>
          <p:cNvPr id="182" name="Google Shape;18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7512" y="1976437"/>
            <a:ext cx="609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976437"/>
            <a:ext cx="538162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Гейминг и CS:GO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164" y="2300287"/>
            <a:ext cx="4048125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571500" y="571500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Фитнес и Сила</a:t>
            </a:r>
            <a:endParaRPr/>
          </a:p>
        </p:txBody>
      </p:sp>
      <p:pic>
        <p:nvPicPr>
          <p:cNvPr id="192" name="Google Shape;19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571500" y="2724150"/>
            <a:ext cx="25159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💪 Постоянство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33242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Фитнесът не е само за физиката, той е за ума. Способността да отидеш в залата, когато не ти се иска, изгражда истинския успех.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4381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Постигнатите резултати са огледало на положените усилия и дисциплината.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295275"/>
            <a:ext cx="76200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2495550" y="307830"/>
            <a:ext cx="72009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Планината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2838450" y="1087365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Планината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е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мястото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където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презареждам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енергията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си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Тишината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височините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ме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вдъхновяват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да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се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стремя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винаги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към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върха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във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всичко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което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правя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436" y="2743200"/>
            <a:ext cx="6442363" cy="362382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3116408" y="2186880"/>
            <a:ext cx="5959182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БЛАГОДАРЯ!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3258294" y="3482280"/>
            <a:ext cx="5675411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Благодаря за вашето внимание.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3258294" y="4289970"/>
            <a:ext cx="567541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МИТКО РУСЕВ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Портфолио 2026 | ПМГ „Иван Вазов“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/>
          <p:nvPr/>
        </p:nvSpPr>
        <p:spPr>
          <a:xfrm>
            <a:off x="881062" y="1579512"/>
            <a:ext cx="104298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881062" y="2364283"/>
            <a:ext cx="104298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881062" y="3149054"/>
            <a:ext cx="104298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881062" y="3933825"/>
            <a:ext cx="104298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881062" y="4718595"/>
            <a:ext cx="104298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881062" y="2354758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881062" y="2354758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881062" y="3139529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881062" y="3139529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881062" y="3924300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881062" y="3924300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881062" y="4709070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881062" y="4709070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881062" y="5493841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881062" y="5493841"/>
            <a:ext cx="10429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062" y="172893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1976437" y="1722387"/>
            <a:ext cx="93345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https://img.freepik.com/premium-photo/dynamic-action-shot-swimmer-freestyle-race-competitive-swimming-highenergy-swim-action-sport_1126694-16896.jpg?w=360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1976437" y="1968103"/>
            <a:ext cx="9334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id="235" name="Google Shape;23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1062" y="25137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1976437" y="2507158"/>
            <a:ext cx="93345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https://static3.bigstockphoto.com/4/4/2/large1500/244976248.jpg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1976437" y="2752873"/>
            <a:ext cx="9334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www.bigstockphoto.com</a:t>
            </a:r>
            <a:endParaRPr/>
          </a:p>
        </p:txBody>
      </p:sp>
      <p:pic>
        <p:nvPicPr>
          <p:cNvPr id="238" name="Google Shape;23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062" y="3298477"/>
            <a:ext cx="15049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1976437" y="3291929"/>
            <a:ext cx="93345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https://i.ytimg.com/vi/1MzFfHSTOBM/maxresdefault.jpg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1976437" y="3537644"/>
            <a:ext cx="9334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/>
          </a:p>
        </p:txBody>
      </p:sp>
      <p:pic>
        <p:nvPicPr>
          <p:cNvPr id="241" name="Google Shape;24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062" y="4083248"/>
            <a:ext cx="17240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976437" y="4076700"/>
            <a:ext cx="93345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https://fabricmegastore.com/cdn/shop/files/pattern_image_1_7952e533-99b1-4efb-9cab-01cce69aff73.jpg?v=1762478215&amp;width=1946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976437" y="4322415"/>
            <a:ext cx="9334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fabricmegastore.com</a:t>
            </a:r>
            <a:endParaRPr/>
          </a:p>
        </p:txBody>
      </p:sp>
      <p:pic>
        <p:nvPicPr>
          <p:cNvPr id="244" name="Google Shape;244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1062" y="48680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1976437" y="4861470"/>
            <a:ext cx="93345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https://images.stockcake.com/public/b/3/5/b35cc8cc-0f8a-43ce-b73a-fc8bd755fb97_large/trading-desk-setup-stockcake.jpg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976437" y="5107185"/>
            <a:ext cx="9334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id="247" name="Google Shape;247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1062" y="56527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1976437" y="5646241"/>
            <a:ext cx="93345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https://gamespace.com/wp-content/uploads/2023/11/Counter-Strike-2-A-Paradigm-Shift-in-Tactical-Gaming.jpg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976437" y="5891956"/>
            <a:ext cx="9334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gamespace.com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/>
          <p:nvPr/>
        </p:nvSpPr>
        <p:spPr>
          <a:xfrm>
            <a:off x="571500" y="216619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71500" y="295096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571500" y="39338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71500" y="29414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571500" y="29414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71500" y="47090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71500" y="47090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5616"/>
            <a:ext cx="10191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1666875" y="230906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https://png.pngtree.com/thumb_back/fw800/background/20251001/pngtree-gaming-setup-with-rgb-lighting-curved-monitor-keyboard-mouse-pc-image_19746499.webp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1666875" y="25547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id="269" name="Google Shape;26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995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1666875" y="309383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get.pxhere.com/photo/man-person-training-exercise-weight-arm-fitness-gym-bodybuilder-muscular-workout-muscle-chest-biceps-body-fit-lifting-bodybuilding-strong-athlete-strength-superhero-muscles-weightlifting-physical-exercise-weight-training-sport-venue-human-action-physical-fitness-biceps-curl-superman-shirt-922091.jpg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666875" y="35376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pxhere.com</a:t>
            </a:r>
            <a:endParaRPr/>
          </a:p>
        </p:txBody>
      </p:sp>
      <p:pic>
        <p:nvPicPr>
          <p:cNvPr id="272" name="Google Shape;27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832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1666875" y="40767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https://img.freepik.com/free-vector/modern-city-night-skyline-neon-cartoon_1441-3160.jpg?semt=ais_hybrid&amp;w=740&amp;q=80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666875" y="43224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id="275" name="Google Shape;275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671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1666875" y="486147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https://static.vecteezy.com/system/resources/thumbnails/040/710/643/small/ai-generated-majestic-mountain-peak-sunset-sky-tranquil-scene-nature-beauty-generated-by-ai-photo.jpg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666875" y="53052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Widescreen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Lato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dzi_23</cp:lastModifiedBy>
  <cp:revision>1</cp:revision>
  <dcterms:modified xsi:type="dcterms:W3CDTF">2026-05-12T10:32:45Z</dcterms:modified>
</cp:coreProperties>
</file>